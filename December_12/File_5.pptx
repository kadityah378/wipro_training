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t Kumar" userId="6066d4fb90f8d42e" providerId="LiveId" clId="{563C5199-4FFF-42FE-B14E-11E5D6E75B8A}"/>
    <pc:docChg chg="modSld">
      <pc:chgData name="Amit Kumar" userId="6066d4fb90f8d42e" providerId="LiveId" clId="{563C5199-4FFF-42FE-B14E-11E5D6E75B8A}" dt="2025-12-12T11:42:25.913" v="5" actId="115"/>
      <pc:docMkLst>
        <pc:docMk/>
      </pc:docMkLst>
      <pc:sldChg chg="modSp mod">
        <pc:chgData name="Amit Kumar" userId="6066d4fb90f8d42e" providerId="LiveId" clId="{563C5199-4FFF-42FE-B14E-11E5D6E75B8A}" dt="2025-12-12T11:42:08.002" v="3" actId="115"/>
        <pc:sldMkLst>
          <pc:docMk/>
          <pc:sldMk cId="3668356237" sldId="256"/>
        </pc:sldMkLst>
        <pc:spChg chg="mod">
          <ac:chgData name="Amit Kumar" userId="6066d4fb90f8d42e" providerId="LiveId" clId="{563C5199-4FFF-42FE-B14E-11E5D6E75B8A}" dt="2025-12-12T11:42:08.002" v="3" actId="115"/>
          <ac:spMkLst>
            <pc:docMk/>
            <pc:sldMk cId="3668356237" sldId="256"/>
            <ac:spMk id="5" creationId="{A2BC4D38-AF5B-815A-D7ED-61AEDC23BB06}"/>
          </ac:spMkLst>
        </pc:spChg>
      </pc:sldChg>
      <pc:sldChg chg="modSp mod">
        <pc:chgData name="Amit Kumar" userId="6066d4fb90f8d42e" providerId="LiveId" clId="{563C5199-4FFF-42FE-B14E-11E5D6E75B8A}" dt="2025-12-12T11:42:25.913" v="5" actId="115"/>
        <pc:sldMkLst>
          <pc:docMk/>
          <pc:sldMk cId="3236597577" sldId="257"/>
        </pc:sldMkLst>
        <pc:spChg chg="mod">
          <ac:chgData name="Amit Kumar" userId="6066d4fb90f8d42e" providerId="LiveId" clId="{563C5199-4FFF-42FE-B14E-11E5D6E75B8A}" dt="2025-12-12T11:42:21.633" v="4" actId="115"/>
          <ac:spMkLst>
            <pc:docMk/>
            <pc:sldMk cId="3236597577" sldId="257"/>
            <ac:spMk id="5" creationId="{BE4690D6-F793-22E0-4DD2-B331887A9660}"/>
          </ac:spMkLst>
        </pc:spChg>
        <pc:spChg chg="mod">
          <ac:chgData name="Amit Kumar" userId="6066d4fb90f8d42e" providerId="LiveId" clId="{563C5199-4FFF-42FE-B14E-11E5D6E75B8A}" dt="2025-12-12T11:42:25.913" v="5" actId="115"/>
          <ac:spMkLst>
            <pc:docMk/>
            <pc:sldMk cId="3236597577" sldId="257"/>
            <ac:spMk id="7" creationId="{73C74055-3C9D-3863-3556-D09E542FE94C}"/>
          </ac:spMkLst>
        </pc:spChg>
        <pc:spChg chg="mod">
          <ac:chgData name="Amit Kumar" userId="6066d4fb90f8d42e" providerId="LiveId" clId="{563C5199-4FFF-42FE-B14E-11E5D6E75B8A}" dt="2025-12-12T11:32:33.572" v="1" actId="20577"/>
          <ac:spMkLst>
            <pc:docMk/>
            <pc:sldMk cId="3236597577" sldId="257"/>
            <ac:spMk id="20" creationId="{4B477401-ECDF-4ABA-82C4-A36CDF0B55E5}"/>
          </ac:spMkLst>
        </pc:spChg>
        <pc:spChg chg="mod">
          <ac:chgData name="Amit Kumar" userId="6066d4fb90f8d42e" providerId="LiveId" clId="{563C5199-4FFF-42FE-B14E-11E5D6E75B8A}" dt="2025-12-12T11:32:58.932" v="2" actId="20577"/>
          <ac:spMkLst>
            <pc:docMk/>
            <pc:sldMk cId="3236597577" sldId="257"/>
            <ac:spMk id="26" creationId="{BA0A47D8-44B1-8983-DF3E-B7FF1E410A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7F9E41-E325-48FA-B424-57C5EB9B28D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420B0-28F1-455C-B64E-C064F568D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06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420B0-28F1-455C-B64E-C064F568DC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741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EFADC-2732-712B-0866-60D0501F3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58BC4-43FC-20A0-E130-429DCEE04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045BB-C354-9346-C769-B396DD2C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5FC7-1AA1-4475-B9E6-ED8D6872AB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875B8-0819-4951-5722-211AF0C42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3BB23-1BD7-DBF6-2CF7-CB5B884B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AD139-2148-4EF2-A9B9-D16E4906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BBD06-DB26-0AA4-072E-51553430F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844B-7776-EEDC-C27B-C497F7718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12BFB-E830-2BB0-E419-2A9015BA5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5FC7-1AA1-4475-B9E6-ED8D6872AB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9612D-CBA8-1BE5-B735-560498EF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C8033-CCD4-BA9A-57D3-3C9C9DB50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AD139-2148-4EF2-A9B9-D16E4906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05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B4A10-B5AF-A2D2-3F4B-90B2B2D84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D8095-A9EB-0D6C-A50B-11ED35760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94847-CF0A-D9B2-9EFD-FB39A71D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5FC7-1AA1-4475-B9E6-ED8D6872AB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58DEB-DF5B-C973-E414-ABF1A7BC4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1EC36-F36C-D26F-C02B-59DFAC5A4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AD139-2148-4EF2-A9B9-D16E4906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78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FCB1-211E-5132-0772-C0191E4C0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58A09-1DFA-4E9B-548A-91B1174FAD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DC216-DB62-FDB0-55E4-C885C1912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A4162-5B0F-A45B-ABC1-73867586C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5FC7-1AA1-4475-B9E6-ED8D6872AB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4A31C-C16F-EC31-67E7-AA1EFAF38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9A219-F5AF-2937-A2DF-D40DCFE47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AD139-2148-4EF2-A9B9-D16E4906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911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E4F5-953F-1C36-E683-9EC09DE07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07D55-EF65-D932-612A-672F2A516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85437-956D-BD00-72E8-C27D98075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A84429-5866-6534-3D50-D387F3FBC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965D21-7040-C67D-3AB8-41A6323486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1DCBC-D5D8-EEFF-933A-AD791A418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5FC7-1AA1-4475-B9E6-ED8D6872AB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7A4136-F807-C636-FF87-424E715F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129A20-EF9C-D4D4-85E2-68D2472B8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AD139-2148-4EF2-A9B9-D16E4906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1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618C4-94AA-50AA-8143-E11686973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8327AA-1320-112F-A352-85091D56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5FC7-1AA1-4475-B9E6-ED8D6872AB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B8EDD6-FDB5-D42B-5F2E-66A9E126B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5CEABD-1FD0-9D50-56C0-45837D4B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AD139-2148-4EF2-A9B9-D16E4906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33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04F6CD-F318-CF19-75D2-144F71C53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5FC7-1AA1-4475-B9E6-ED8D6872AB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CC0490-30B5-0D67-F4CB-8F6C2CED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385F5-2AC4-DFCB-18B9-1179BE281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AD139-2148-4EF2-A9B9-D16E4906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0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9DA07-4FFF-3F35-9081-9DB81FC17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EA03F-116B-235B-1B7C-64910393C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88608-DD2D-8124-DECA-CDB92D9E4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83069-DDE4-17DA-5085-9B6A3E88F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5FC7-1AA1-4475-B9E6-ED8D6872AB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6EEE2-6D6C-A66E-2E9A-782EEFA15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C47C1-F814-AC09-2367-57F2DFC84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AD139-2148-4EF2-A9B9-D16E4906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3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54286-81C2-58EC-4485-CF14FE1CF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4581A4-F80E-C5F8-19DE-5D282AFBA6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91FB4-4DFF-9C9E-398D-CDF2417A3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56D28-0051-499E-65A4-338C22EDB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5FC7-1AA1-4475-B9E6-ED8D6872AB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459A6-FB80-1A6C-FEF7-3E21BA7F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2B5ED-447F-DFF0-79AD-1E430E375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AD139-2148-4EF2-A9B9-D16E4906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47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CEABE-DE3C-27C8-7CBE-4A5996AE8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6FDFF-549C-4F7C-DCFD-E3D982B51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71FD8-BD87-FBB9-9F03-6449D1E43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5FC7-1AA1-4475-B9E6-ED8D6872AB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05FAF-58EF-2DDE-BD16-0C5BC5571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07DFF-62BF-ED57-AE7B-330BA6CF6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AD139-2148-4EF2-A9B9-D16E4906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99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ACA118-202F-6DE5-5CAD-52C743BCBB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595DE-9A20-C336-CFB3-B595E851A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F8DCB-293F-B0F9-EF45-153DF8AE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5FC7-1AA1-4475-B9E6-ED8D6872AB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BB5D7-24FF-8A66-2A5B-F0315758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E56F9-71CB-14F8-40C1-E3AE325C1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AD139-2148-4EF2-A9B9-D16E4906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41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8599C2-79A1-E08A-531D-18DA0A0C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18F04-E43B-082F-94D7-55778C5E4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59172-2572-E198-33D3-48812A584D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75FC7-1AA1-4475-B9E6-ED8D6872AB7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934CF-AD44-227E-EDEF-7F305D0C3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A1005-4C84-6F2F-D45D-8F8DB6DF2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AD139-2148-4EF2-A9B9-D16E4906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88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BC4D38-AF5B-815A-D7ED-61AEDC23BB06}"/>
              </a:ext>
            </a:extLst>
          </p:cNvPr>
          <p:cNvSpPr txBox="1"/>
          <p:nvPr/>
        </p:nvSpPr>
        <p:spPr>
          <a:xfrm>
            <a:off x="358902" y="181094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/>
              <a:t>Domain-Driven Design (DDD) 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29FD0D-FC2A-3B03-EB77-2915E1984243}"/>
              </a:ext>
            </a:extLst>
          </p:cNvPr>
          <p:cNvSpPr txBox="1"/>
          <p:nvPr/>
        </p:nvSpPr>
        <p:spPr>
          <a:xfrm>
            <a:off x="358902" y="64743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Understanding the Domain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47DFD-1F78-EDDC-02E0-074DBD5D1618}"/>
              </a:ext>
            </a:extLst>
          </p:cNvPr>
          <p:cNvSpPr txBox="1"/>
          <p:nvPr/>
        </p:nvSpPr>
        <p:spPr>
          <a:xfrm>
            <a:off x="587502" y="1016770"/>
            <a:ext cx="8154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first step in DDD is to deeply understand the business domain.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976694-25E4-E412-74AE-E23861420485}"/>
              </a:ext>
            </a:extLst>
          </p:cNvPr>
          <p:cNvSpPr txBox="1"/>
          <p:nvPr/>
        </p:nvSpPr>
        <p:spPr>
          <a:xfrm>
            <a:off x="358902" y="216726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Creating the Ubiquitous Language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53BE8F-D7DB-E46F-1477-D5825A33BAAC}"/>
              </a:ext>
            </a:extLst>
          </p:cNvPr>
          <p:cNvSpPr txBox="1"/>
          <p:nvPr/>
        </p:nvSpPr>
        <p:spPr>
          <a:xfrm>
            <a:off x="587502" y="2545906"/>
            <a:ext cx="10174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i="1" dirty="0"/>
              <a:t>Ubiquitous Language</a:t>
            </a:r>
            <a:r>
              <a:rPr lang="en-US" dirty="0"/>
              <a:t> is a common vocabulary shared by domain experts, developers, and testers.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310B14-DE9E-E9D7-B8A0-20C4A0419052}"/>
              </a:ext>
            </a:extLst>
          </p:cNvPr>
          <p:cNvSpPr txBox="1"/>
          <p:nvPr/>
        </p:nvSpPr>
        <p:spPr>
          <a:xfrm>
            <a:off x="358902" y="345330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Identifying Bounded Contexts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2F1486-7E21-A5FF-1886-E6A1B317A322}"/>
              </a:ext>
            </a:extLst>
          </p:cNvPr>
          <p:cNvSpPr txBox="1"/>
          <p:nvPr/>
        </p:nvSpPr>
        <p:spPr>
          <a:xfrm>
            <a:off x="587502" y="3779176"/>
            <a:ext cx="10394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Bounded Context</a:t>
            </a:r>
            <a:r>
              <a:rPr lang="en-US" dirty="0"/>
              <a:t> defines the boundary within which a specific domain model is valid.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33505F-3C59-5C97-E3A6-11C24E20617F}"/>
              </a:ext>
            </a:extLst>
          </p:cNvPr>
          <p:cNvSpPr txBox="1"/>
          <p:nvPr/>
        </p:nvSpPr>
        <p:spPr>
          <a:xfrm>
            <a:off x="358902" y="421881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Modeling the Domain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DC5D52-FF2D-0256-8A5C-76A3E597AA5B}"/>
              </a:ext>
            </a:extLst>
          </p:cNvPr>
          <p:cNvSpPr txBox="1"/>
          <p:nvPr/>
        </p:nvSpPr>
        <p:spPr>
          <a:xfrm>
            <a:off x="587502" y="4563988"/>
            <a:ext cx="8364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Developers work with domain experts to model the business logic.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39FB9D-F469-928E-6D01-759F269D8DF2}"/>
              </a:ext>
            </a:extLst>
          </p:cNvPr>
          <p:cNvSpPr txBox="1"/>
          <p:nvPr/>
        </p:nvSpPr>
        <p:spPr>
          <a:xfrm>
            <a:off x="358902" y="503002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 Defining Aggregates and Entities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F6940D-AE93-339B-575E-72CB7734C8E8}"/>
              </a:ext>
            </a:extLst>
          </p:cNvPr>
          <p:cNvSpPr txBox="1"/>
          <p:nvPr/>
        </p:nvSpPr>
        <p:spPr>
          <a:xfrm>
            <a:off x="587502" y="5364239"/>
            <a:ext cx="10293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Entity</a:t>
            </a:r>
            <a:r>
              <a:rPr lang="en-US" dirty="0"/>
              <a:t> has identity. A </a:t>
            </a:r>
            <a:r>
              <a:rPr lang="en-US" b="1" dirty="0"/>
              <a:t>Value Object</a:t>
            </a:r>
            <a:r>
              <a:rPr lang="en-US" dirty="0"/>
              <a:t> does not. An </a:t>
            </a:r>
            <a:r>
              <a:rPr lang="en-US" b="1" dirty="0"/>
              <a:t>Aggregate</a:t>
            </a:r>
            <a:r>
              <a:rPr lang="en-US" dirty="0"/>
              <a:t> is a cluster of Entities and Value Objects.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B65A7E-4F84-4B60-8FF1-4D9EB8C12150}"/>
              </a:ext>
            </a:extLst>
          </p:cNvPr>
          <p:cNvSpPr txBox="1"/>
          <p:nvPr/>
        </p:nvSpPr>
        <p:spPr>
          <a:xfrm>
            <a:off x="358902" y="584123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6. Implementing Domain Logic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94BEDB-1B5F-F563-11F2-620E91173CF4}"/>
              </a:ext>
            </a:extLst>
          </p:cNvPr>
          <p:cNvSpPr txBox="1"/>
          <p:nvPr/>
        </p:nvSpPr>
        <p:spPr>
          <a:xfrm>
            <a:off x="587502" y="621056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Code is written to reflect the rules of the domain.</a:t>
            </a:r>
          </a:p>
        </p:txBody>
      </p:sp>
      <p:sp>
        <p:nvSpPr>
          <p:cNvPr id="36" name="Rectangle 1">
            <a:extLst>
              <a:ext uri="{FF2B5EF4-FFF2-40B4-BE49-F238E27FC236}">
                <a16:creationId xmlns:a16="http://schemas.microsoft.com/office/drawing/2014/main" id="{73A243F5-CEF5-A003-B9B6-71050EC56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248" y="1278349"/>
            <a:ext cx="682270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Discussions with domain experts (people who understand the business).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Reading existing business documents.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Identifying pain points and business goals.</a:t>
            </a:r>
          </a:p>
        </p:txBody>
      </p:sp>
      <p:sp>
        <p:nvSpPr>
          <p:cNvPr id="37" name="Rectangle 2">
            <a:extLst>
              <a:ext uri="{FF2B5EF4-FFF2-40B4-BE49-F238E27FC236}">
                <a16:creationId xmlns:a16="http://schemas.microsoft.com/office/drawing/2014/main" id="{3C5B69A9-B2D9-3622-633C-30E7F3162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248" y="2774400"/>
            <a:ext cx="500919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Avoid confusion due to technical vs. business terms.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Ensure everyone speaks the same language.</a:t>
            </a:r>
          </a:p>
        </p:txBody>
      </p:sp>
    </p:spTree>
    <p:extLst>
      <p:ext uri="{BB962C8B-B14F-4D97-AF65-F5344CB8AC3E}">
        <p14:creationId xmlns:p14="http://schemas.microsoft.com/office/powerpoint/2010/main" val="366835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4690D6-F793-22E0-4DD2-B331887A9660}"/>
              </a:ext>
            </a:extLst>
          </p:cNvPr>
          <p:cNvSpPr txBox="1"/>
          <p:nvPr/>
        </p:nvSpPr>
        <p:spPr>
          <a:xfrm>
            <a:off x="3248406" y="115747"/>
            <a:ext cx="102207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/>
              <a:t>Real‑World Use Case: Online Food Delivery Platform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C74055-3C9D-3863-3556-D09E542FE94C}"/>
              </a:ext>
            </a:extLst>
          </p:cNvPr>
          <p:cNvSpPr txBox="1"/>
          <p:nvPr/>
        </p:nvSpPr>
        <p:spPr>
          <a:xfrm>
            <a:off x="3998214" y="427982"/>
            <a:ext cx="6734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Domain:</a:t>
            </a:r>
            <a:r>
              <a:rPr lang="en-US" u="sng" dirty="0"/>
              <a:t> Food Ordering and Delivery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277517-F2A3-4C76-9ECB-89BFD6DD8B20}"/>
              </a:ext>
            </a:extLst>
          </p:cNvPr>
          <p:cNvSpPr txBox="1"/>
          <p:nvPr/>
        </p:nvSpPr>
        <p:spPr>
          <a:xfrm>
            <a:off x="267462" y="828092"/>
            <a:ext cx="6734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Understanding the Domain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B9E1A6-D3D3-05E4-3F45-B1811DCB11A6}"/>
              </a:ext>
            </a:extLst>
          </p:cNvPr>
          <p:cNvSpPr txBox="1"/>
          <p:nvPr/>
        </p:nvSpPr>
        <p:spPr>
          <a:xfrm>
            <a:off x="496062" y="1109549"/>
            <a:ext cx="9169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team studies how restaurants, orders, delivery partners, and users interact.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1F3E5A-5A3B-DF0A-B865-C188712A7194}"/>
              </a:ext>
            </a:extLst>
          </p:cNvPr>
          <p:cNvSpPr txBox="1"/>
          <p:nvPr/>
        </p:nvSpPr>
        <p:spPr>
          <a:xfrm>
            <a:off x="267462" y="1575672"/>
            <a:ext cx="6734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Ubiquitous Language Examples: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444904C6-E436-80C7-A240-BFC4B8667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4740" y="1575672"/>
            <a:ext cx="178125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-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Restaurant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-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-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-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Delivery Partner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-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0F6181-9A3A-4A94-81CC-E57ACDFE04EA}"/>
              </a:ext>
            </a:extLst>
          </p:cNvPr>
          <p:cNvSpPr txBox="1"/>
          <p:nvPr/>
        </p:nvSpPr>
        <p:spPr>
          <a:xfrm>
            <a:off x="267462" y="2811236"/>
            <a:ext cx="6734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Identifying Bounded Contexts: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68D51E6-D970-7F4D-B10F-BC65354A7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4740" y="2811236"/>
            <a:ext cx="6228756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Order Context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Managing customer orders.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Restaurant Context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Menu management, restaurant availability.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Delivery Context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Assigning delivery partners, routing.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Payment Context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Processing online transactions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36DEF7-93E5-4A16-1BA9-7806956EC3C9}"/>
              </a:ext>
            </a:extLst>
          </p:cNvPr>
          <p:cNvSpPr txBox="1"/>
          <p:nvPr/>
        </p:nvSpPr>
        <p:spPr>
          <a:xfrm>
            <a:off x="267462" y="3958926"/>
            <a:ext cx="6734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Modeling an Order (Aggregate Example):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4B477401-ECDF-4ABA-82C4-A36CDF0B5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4840" y="3958926"/>
            <a:ext cx="325037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Order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(Entity)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Order Item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(Value Object)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Payment Details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(Value Object)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C20D92-B29E-AFBA-3EC5-A60BE981E565}"/>
              </a:ext>
            </a:extLst>
          </p:cNvPr>
          <p:cNvSpPr txBox="1"/>
          <p:nvPr/>
        </p:nvSpPr>
        <p:spPr>
          <a:xfrm>
            <a:off x="267462" y="4785464"/>
            <a:ext cx="6734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 Implementing Logic:</a:t>
            </a: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6A956066-7193-7585-0555-1A1C6B213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6693" y="4798903"/>
            <a:ext cx="56076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Order service handles order creation, updates, and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Delivery service assigns rider when order is ready.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90A0BF-A3A7-358B-F191-E77185889D60}"/>
              </a:ext>
            </a:extLst>
          </p:cNvPr>
          <p:cNvSpPr txBox="1"/>
          <p:nvPr/>
        </p:nvSpPr>
        <p:spPr>
          <a:xfrm>
            <a:off x="267844" y="5484928"/>
            <a:ext cx="673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6. Context Integration:</a:t>
            </a:r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BA0A47D8-44B1-8983-DF3E-B7FF1E410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6693" y="5502267"/>
            <a:ext cx="5003293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Order Context triggers an event: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"Order Placed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Payment Context listens → processes payment.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Delivery Context listens → assigns delivery partner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6597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356</Words>
  <Application>Microsoft Office PowerPoint</Application>
  <PresentationFormat>Widescreen</PresentationFormat>
  <Paragraphs>45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Kumar</dc:creator>
  <cp:lastModifiedBy>Amit Kumar</cp:lastModifiedBy>
  <cp:revision>1</cp:revision>
  <dcterms:created xsi:type="dcterms:W3CDTF">2025-12-12T10:39:50Z</dcterms:created>
  <dcterms:modified xsi:type="dcterms:W3CDTF">2025-12-12T11:42:32Z</dcterms:modified>
</cp:coreProperties>
</file>