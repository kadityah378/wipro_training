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t Kumar" userId="6066d4fb90f8d42e" providerId="LiveId" clId="{563C5199-4FFF-42FE-B14E-11E5D6E75B8A}"/>
    <pc:docChg chg="modSld">
      <pc:chgData name="Amit Kumar" userId="6066d4fb90f8d42e" providerId="LiveId" clId="{563C5199-4FFF-42FE-B14E-11E5D6E75B8A}" dt="2025-12-12T11:42:51.996" v="1" actId="115"/>
      <pc:docMkLst>
        <pc:docMk/>
      </pc:docMkLst>
      <pc:sldChg chg="modSp mod">
        <pc:chgData name="Amit Kumar" userId="6066d4fb90f8d42e" providerId="LiveId" clId="{563C5199-4FFF-42FE-B14E-11E5D6E75B8A}" dt="2025-12-12T11:42:51.996" v="1" actId="115"/>
        <pc:sldMkLst>
          <pc:docMk/>
          <pc:sldMk cId="3941324763" sldId="256"/>
        </pc:sldMkLst>
        <pc:spChg chg="mod">
          <ac:chgData name="Amit Kumar" userId="6066d4fb90f8d42e" providerId="LiveId" clId="{563C5199-4FFF-42FE-B14E-11E5D6E75B8A}" dt="2025-12-12T11:42:51.996" v="1" actId="115"/>
          <ac:spMkLst>
            <pc:docMk/>
            <pc:sldMk cId="3941324763" sldId="256"/>
            <ac:spMk id="5" creationId="{BCBB4A5E-E0A9-8A2D-2CA6-7371FE1001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53BF-D4A3-4085-A7FB-793259E293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96D92-B357-47BD-9FEE-35F4D6090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43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53BF-D4A3-4085-A7FB-793259E293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96D92-B357-47BD-9FEE-35F4D6090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328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53BF-D4A3-4085-A7FB-793259E293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96D92-B357-47BD-9FEE-35F4D6090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13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53BF-D4A3-4085-A7FB-793259E293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96D92-B357-47BD-9FEE-35F4D6090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190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53BF-D4A3-4085-A7FB-793259E293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96D92-B357-47BD-9FEE-35F4D6090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53BF-D4A3-4085-A7FB-793259E293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96D92-B357-47BD-9FEE-35F4D6090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76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53BF-D4A3-4085-A7FB-793259E293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96D92-B357-47BD-9FEE-35F4D6090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55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53BF-D4A3-4085-A7FB-793259E293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96D92-B357-47BD-9FEE-35F4D6090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9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53BF-D4A3-4085-A7FB-793259E293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96D92-B357-47BD-9FEE-35F4D6090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9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53BF-D4A3-4085-A7FB-793259E293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96D92-B357-47BD-9FEE-35F4D6090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2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53BF-D4A3-4085-A7FB-793259E293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96D92-B357-47BD-9FEE-35F4D6090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45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953BF-D4A3-4085-A7FB-793259E293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96D92-B357-47BD-9FEE-35F4D6090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55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BB4A5E-E0A9-8A2D-2CA6-7371FE10016A}"/>
              </a:ext>
            </a:extLst>
          </p:cNvPr>
          <p:cNvSpPr txBox="1"/>
          <p:nvPr/>
        </p:nvSpPr>
        <p:spPr>
          <a:xfrm>
            <a:off x="4729734" y="-65794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TDD vs BDD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2B7F6B-41E4-1A60-4253-D60BF5E76096}"/>
              </a:ext>
            </a:extLst>
          </p:cNvPr>
          <p:cNvSpPr txBox="1"/>
          <p:nvPr/>
        </p:nvSpPr>
        <p:spPr>
          <a:xfrm>
            <a:off x="889254" y="51898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Test-Driven Development (TDD)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2B5CFC-E9F3-C219-2AEE-3B0EABF71A69}"/>
              </a:ext>
            </a:extLst>
          </p:cNvPr>
          <p:cNvSpPr txBox="1"/>
          <p:nvPr/>
        </p:nvSpPr>
        <p:spPr>
          <a:xfrm>
            <a:off x="6983730" y="53344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Behavior-Driven Development (BDD)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2F1C8A-BCAB-6B82-81DE-ED032A826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46" y="983549"/>
            <a:ext cx="2916372" cy="23502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9AB47A-4E62-566A-AC23-9B46E7BE0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937" y="1010057"/>
            <a:ext cx="2916372" cy="23512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29053B-FA10-2A13-3A92-56755ED639AA}"/>
              </a:ext>
            </a:extLst>
          </p:cNvPr>
          <p:cNvSpPr txBox="1"/>
          <p:nvPr/>
        </p:nvSpPr>
        <p:spPr>
          <a:xfrm>
            <a:off x="418672" y="3429000"/>
            <a:ext cx="5119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TDD is a development technique where tests are written </a:t>
            </a:r>
            <a:r>
              <a:rPr lang="en-US" b="1" dirty="0"/>
              <a:t>before</a:t>
            </a:r>
            <a:r>
              <a:rPr lang="en-US" dirty="0"/>
              <a:t> writing the functional code.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F694C4-EC1C-971A-3D3E-691E19429AA1}"/>
              </a:ext>
            </a:extLst>
          </p:cNvPr>
          <p:cNvSpPr txBox="1"/>
          <p:nvPr/>
        </p:nvSpPr>
        <p:spPr>
          <a:xfrm>
            <a:off x="418672" y="4170568"/>
            <a:ext cx="67552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- Approach 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Write a failing test</a:t>
            </a:r>
            <a:r>
              <a:rPr lang="en-US" dirty="0"/>
              <a:t> (Red)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Write the minimum code</a:t>
            </a:r>
            <a:r>
              <a:rPr lang="en-US" dirty="0"/>
              <a:t> to make the test pass (Green)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Refactor</a:t>
            </a:r>
            <a:r>
              <a:rPr lang="en-US" dirty="0"/>
              <a:t> the code to improve quality (Refactor)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E7350F-60EB-6CD6-FA76-79193DAA235D}"/>
              </a:ext>
            </a:extLst>
          </p:cNvPr>
          <p:cNvSpPr txBox="1"/>
          <p:nvPr/>
        </p:nvSpPr>
        <p:spPr>
          <a:xfrm>
            <a:off x="418672" y="5466134"/>
            <a:ext cx="67552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- Focus 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Focuses on </a:t>
            </a:r>
            <a:r>
              <a:rPr lang="en-US" b="1" dirty="0"/>
              <a:t>unit-level tests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each function/class works correctly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technical and developer-focused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944367-7DE3-DB05-0850-DBFB571BFB9E}"/>
              </a:ext>
            </a:extLst>
          </p:cNvPr>
          <p:cNvSpPr txBox="1"/>
          <p:nvPr/>
        </p:nvSpPr>
        <p:spPr>
          <a:xfrm>
            <a:off x="6695129" y="3345737"/>
            <a:ext cx="47895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BDD extends TDD by focusing on the </a:t>
            </a:r>
            <a:r>
              <a:rPr lang="en-US" b="1" dirty="0"/>
              <a:t>behavior</a:t>
            </a:r>
            <a:r>
              <a:rPr lang="en-US" dirty="0"/>
              <a:t> of the software from a user’s perspective.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0B7E5D-1AA8-3CB8-0E49-18A9EBFC3A20}"/>
              </a:ext>
            </a:extLst>
          </p:cNvPr>
          <p:cNvSpPr txBox="1"/>
          <p:nvPr/>
        </p:nvSpPr>
        <p:spPr>
          <a:xfrm>
            <a:off x="6695129" y="4075331"/>
            <a:ext cx="49753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- Approach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natural language statements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Follows </a:t>
            </a:r>
            <a:r>
              <a:rPr lang="en-US" b="1" dirty="0"/>
              <a:t>Given – When – Then</a:t>
            </a:r>
            <a:r>
              <a:rPr lang="en-US" dirty="0"/>
              <a:t> scenarios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Encourages collaboration between </a:t>
            </a:r>
            <a:r>
              <a:rPr lang="en-US" b="1" dirty="0"/>
              <a:t>developers, testers, and business stakeholders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6293EE-8163-14CD-1811-A2DD068BE2E3}"/>
              </a:ext>
            </a:extLst>
          </p:cNvPr>
          <p:cNvSpPr txBox="1"/>
          <p:nvPr/>
        </p:nvSpPr>
        <p:spPr>
          <a:xfrm>
            <a:off x="6695129" y="5561371"/>
            <a:ext cx="67552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- Focus 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Focuses on </a:t>
            </a:r>
            <a:r>
              <a:rPr lang="en-US" b="1" dirty="0"/>
              <a:t>system behavior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the application meets </a:t>
            </a:r>
            <a:r>
              <a:rPr lang="en-US" b="1" dirty="0"/>
              <a:t>business requirements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user-focused and readable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A152C6A-E6EB-0132-2FF7-93FF5E450161}"/>
              </a:ext>
            </a:extLst>
          </p:cNvPr>
          <p:cNvCxnSpPr/>
          <p:nvPr/>
        </p:nvCxnSpPr>
        <p:spPr>
          <a:xfrm>
            <a:off x="5887092" y="518981"/>
            <a:ext cx="0" cy="61474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324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136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Kumar</dc:creator>
  <cp:lastModifiedBy>Amit Kumar</cp:lastModifiedBy>
  <cp:revision>1</cp:revision>
  <dcterms:created xsi:type="dcterms:W3CDTF">2025-12-12T10:53:16Z</dcterms:created>
  <dcterms:modified xsi:type="dcterms:W3CDTF">2025-12-12T11:42:55Z</dcterms:modified>
</cp:coreProperties>
</file>