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t Kumar" userId="6066d4fb90f8d42e" providerId="LiveId" clId="{563C5199-4FFF-42FE-B14E-11E5D6E75B8A}"/>
    <pc:docChg chg="modSld">
      <pc:chgData name="Amit Kumar" userId="6066d4fb90f8d42e" providerId="LiveId" clId="{563C5199-4FFF-42FE-B14E-11E5D6E75B8A}" dt="2025-12-12T08:34:32.545" v="17" actId="20577"/>
      <pc:docMkLst>
        <pc:docMk/>
      </pc:docMkLst>
      <pc:sldChg chg="modSp mod">
        <pc:chgData name="Amit Kumar" userId="6066d4fb90f8d42e" providerId="LiveId" clId="{563C5199-4FFF-42FE-B14E-11E5D6E75B8A}" dt="2025-12-12T08:34:32.545" v="17" actId="20577"/>
        <pc:sldMkLst>
          <pc:docMk/>
          <pc:sldMk cId="4103670142" sldId="257"/>
        </pc:sldMkLst>
        <pc:spChg chg="mod">
          <ac:chgData name="Amit Kumar" userId="6066d4fb90f8d42e" providerId="LiveId" clId="{563C5199-4FFF-42FE-B14E-11E5D6E75B8A}" dt="2025-12-12T08:34:32.545" v="17" actId="20577"/>
          <ac:spMkLst>
            <pc:docMk/>
            <pc:sldMk cId="4103670142" sldId="257"/>
            <ac:spMk id="8" creationId="{A17A1386-FF63-8FEA-6624-2C66DFD550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F152-71CE-36A7-41E5-393B9EE35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7E751-E6FF-948A-2AA2-E46966B4E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E30E4-C635-7A46-38D9-9AE721FF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0A107-B954-83D1-69E5-75A6DD56F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A0759-B470-A9E3-F819-D229A63B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4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E2FB-7222-9475-DA38-3E481B0B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565E-2F0C-1C6A-8D1F-589E8B9CD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4895-5A0D-9EB1-3962-E87E1947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D05D3-D9F5-6107-3246-193937BF4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4270A-DB59-1D39-7258-85A6DEE2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73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C626-314D-5D75-B95C-788DF991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82D56-D56F-9CFB-D7CA-6DA904F97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427DB-FFBD-5C2A-FBBC-3E5C4847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83390-1CD6-8F0C-82C8-C60425BD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FCA01-06CC-A29D-4E36-519826DAD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ADBC1-1A12-08D0-0316-BC209B6E0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CF3E3-11D5-50D4-4E7B-7AA8D421B6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5370E-4C74-0192-2617-B3FC8D343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FCE79-9A0D-8D3B-C580-A332A8DBC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F0258-EAF8-EA4E-9C72-8BD319E82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D382F-21B5-BCD1-B281-9F716067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01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35F0-07B3-88D3-7C09-8B0C5A2E7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44755-D279-08B0-D293-E9D40936A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C7D5D-CBE4-80BD-1C42-6E83AECF6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1EFD16-594B-5C03-E935-CBD669279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28008D-17A9-32AC-FEB0-5A18761A2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B433D9-FB25-23BF-A899-2DAEE5B6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BBF37-0A36-72E2-CA2F-4D10CFB1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CECB8-B605-59CE-DEDA-510B2A0E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5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71967-5512-D4CA-4BC2-8DD3F28E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2C4C-7675-E873-FD64-75F3EB22D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F70F0-472E-F607-FA1E-B9EAF420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5A3AC-3ED2-2C6E-C6FB-A6F841A4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3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BAE05-CE73-3136-5060-81592BE77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B6B6E-DEE9-E98C-6BB7-319FE832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21BA9-157F-AC74-9E91-3D3DB38F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98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8D5D-DFB1-6CD9-0A17-547921A2D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13F71-FD01-73BD-FFD1-3D3427022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34D18-72C2-5D25-0FBB-BFC41BC06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EB028-815B-6B4F-EA80-50242A88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3E36A-133D-45A2-62AD-8E6A7DA5A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2D106-80E6-6CD9-BB4F-4745A5A1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3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F2602-5CA1-D7D4-44CC-DD49BA293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85530-3CD0-D9FE-B7D3-1ED08E249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2FE9D-AA5F-5811-3E32-9719C80B7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0B68E-CF46-3D3F-9F90-2322D8DC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1EDCB-4F69-5F37-2AB3-9468EA147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831FB-5F5E-7E7A-ACC2-1F5DEC69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4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57F35-3A4F-AF66-F290-D2409948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9BE91-EEB7-4A0D-B906-C3BC0DC77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9F701-A603-09F7-C06C-4BC60977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D2534-2F60-7293-A2D8-D8A382BB9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8647-763B-7DF8-6149-8A6A004E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84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75E0D-7530-F671-1DD7-7C6718504E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6A8D3B-595C-848B-A7A9-8A6EDFDFA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93FB7-FBE2-B77C-0ECB-045BEF71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3CB2D-96A7-8A8A-8307-A549952E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CD2AB-39E8-E883-E3EA-2B7020A1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50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EFB660-0220-623A-78A3-87C72FA50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A2F4-59CB-090B-5980-218F4C279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CE54D-4A93-D272-5312-CF491C66C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D93C5-DCF5-409F-931F-F7AD48C600C6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9CC80-F959-DEB0-371F-C9B7637B6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AD103-0529-4795-24ED-F876ED0BF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71632-FC4D-40C3-96FC-FBB2910B1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A273BE-1D99-63B0-80DF-2AC51AF8CFA6}"/>
              </a:ext>
            </a:extLst>
          </p:cNvPr>
          <p:cNvSpPr txBox="1"/>
          <p:nvPr/>
        </p:nvSpPr>
        <p:spPr>
          <a:xfrm>
            <a:off x="1684782" y="207187"/>
            <a:ext cx="9077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/>
              <a:t>Case Study, Project Title: Smart Irrigation Monitoring System (SIMS)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1D993-62B0-4E35-7922-2E071EBA359D}"/>
              </a:ext>
            </a:extLst>
          </p:cNvPr>
          <p:cNvSpPr txBox="1"/>
          <p:nvPr/>
        </p:nvSpPr>
        <p:spPr>
          <a:xfrm>
            <a:off x="651510" y="783259"/>
            <a:ext cx="10476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project aimed to help farmers monitor soil moisture and control water supply automatically.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7DCC2-128F-532C-F0C2-FDA37B1E81C2}"/>
              </a:ext>
            </a:extLst>
          </p:cNvPr>
          <p:cNvSpPr txBox="1"/>
          <p:nvPr/>
        </p:nvSpPr>
        <p:spPr>
          <a:xfrm>
            <a:off x="651510" y="1397246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1. Requirement Gathering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EE5917-55A1-2C76-A4FA-07EAD2078D1C}"/>
              </a:ext>
            </a:extLst>
          </p:cNvPr>
          <p:cNvSpPr txBox="1"/>
          <p:nvPr/>
        </p:nvSpPr>
        <p:spPr>
          <a:xfrm>
            <a:off x="889254" y="1766578"/>
            <a:ext cx="93520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project began with meetings with local farmers and agricultural experts. The team identified the major problems: manual irrigation, water wastage, and lack of real-time monitoring.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CD135-659A-3025-DD44-35F264D59192}"/>
              </a:ext>
            </a:extLst>
          </p:cNvPr>
          <p:cNvSpPr txBox="1"/>
          <p:nvPr/>
        </p:nvSpPr>
        <p:spPr>
          <a:xfrm>
            <a:off x="889254" y="2494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Requirements: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3E56D0F2-2655-E4AA-605E-7AFEE4D58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9726" y="2494526"/>
            <a:ext cx="587930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-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Sensors should capture soil moisture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A mobile app must display real-time readings.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The system must automatically turn the water pump ON/OFF.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Should work in remote areas with low-cost hardware.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A81246-5B9F-598D-F26B-DCDCBC198777}"/>
              </a:ext>
            </a:extLst>
          </p:cNvPr>
          <p:cNvSpPr txBox="1"/>
          <p:nvPr/>
        </p:nvSpPr>
        <p:spPr>
          <a:xfrm>
            <a:off x="651510" y="453895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2. Design Phase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9AC5CF-9BA0-5D9A-143A-CBE403D81BFE}"/>
              </a:ext>
            </a:extLst>
          </p:cNvPr>
          <p:cNvSpPr txBox="1"/>
          <p:nvPr/>
        </p:nvSpPr>
        <p:spPr>
          <a:xfrm>
            <a:off x="887730" y="49390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design team created: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08DB02C-3E6A-4F27-AE5F-F3332678F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394" y="4897338"/>
            <a:ext cx="697684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System Architecture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Sensors → Microcontroller → Cloud → Mobile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UI Wireframes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 dashboard for farmers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Database Structure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Storage for sensor data logs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8BB5C6-5B67-F275-C7F9-CE651835642F}"/>
              </a:ext>
            </a:extLst>
          </p:cNvPr>
          <p:cNvSpPr txBox="1"/>
          <p:nvPr/>
        </p:nvSpPr>
        <p:spPr>
          <a:xfrm>
            <a:off x="3325394" y="56329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Constraints like battery power usage and network limitations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42223C-78F5-CB77-C13E-9FC1A62AC132}"/>
              </a:ext>
            </a:extLst>
          </p:cNvPr>
          <p:cNvSpPr txBox="1"/>
          <p:nvPr/>
        </p:nvSpPr>
        <p:spPr>
          <a:xfrm>
            <a:off x="887730" y="3648688"/>
            <a:ext cx="9646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Requirements helped the team understand the exact needs. It also prevented confusion during later stages. Clear requirements became the foundation of all further decisions.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2EB8E8-55C6-DCBC-56AF-4448F31CDD9C}"/>
              </a:ext>
            </a:extLst>
          </p:cNvPr>
          <p:cNvSpPr txBox="1"/>
          <p:nvPr/>
        </p:nvSpPr>
        <p:spPr>
          <a:xfrm>
            <a:off x="887730" y="6074741"/>
            <a:ext cx="9646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design acted as a blueprint. It helped split tasks among hardware, software, and app developers and avoided integration issues later.</a:t>
            </a:r>
          </a:p>
        </p:txBody>
      </p:sp>
    </p:spTree>
    <p:extLst>
      <p:ext uri="{BB962C8B-B14F-4D97-AF65-F5344CB8AC3E}">
        <p14:creationId xmlns:p14="http://schemas.microsoft.com/office/powerpoint/2010/main" val="188663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F3E8B8-C85E-E671-83E4-E2E2838F2E7B}"/>
              </a:ext>
            </a:extLst>
          </p:cNvPr>
          <p:cNvSpPr txBox="1"/>
          <p:nvPr/>
        </p:nvSpPr>
        <p:spPr>
          <a:xfrm>
            <a:off x="447675" y="37730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3. Implementation Phase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1A001-ADB2-1686-E982-D91DC603C75E}"/>
              </a:ext>
            </a:extLst>
          </p:cNvPr>
          <p:cNvSpPr txBox="1"/>
          <p:nvPr/>
        </p:nvSpPr>
        <p:spPr>
          <a:xfrm>
            <a:off x="704850" y="7774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development team programmed: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17A1386-FF63-8FEA-6624-2C66DFD55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825" y="769353"/>
            <a:ext cx="48828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The microcontroller to read sensor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A cloud API to store and fetch moisture levels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A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to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dashboard and notifications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8CC08-3F44-5DF4-5D55-3EB81FA5659E}"/>
              </a:ext>
            </a:extLst>
          </p:cNvPr>
          <p:cNvSpPr txBox="1"/>
          <p:nvPr/>
        </p:nvSpPr>
        <p:spPr>
          <a:xfrm>
            <a:off x="457200" y="175243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4. Testing Phase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229C3A-729B-0E43-F2B6-EF18290AC466}"/>
              </a:ext>
            </a:extLst>
          </p:cNvPr>
          <p:cNvSpPr txBox="1"/>
          <p:nvPr/>
        </p:nvSpPr>
        <p:spPr>
          <a:xfrm>
            <a:off x="704849" y="22170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testing team performed: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2ACE7FD4-9822-9546-863D-51F7B0565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496" y="2217093"/>
            <a:ext cx="788946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Unit Testing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Checked sensor readings and app buttons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Integration Testing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Verified cloud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Field Testing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Installed the system in a real farm to observe real-world performance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4545A9-9033-BB73-1A11-43F45CCA8DE3}"/>
              </a:ext>
            </a:extLst>
          </p:cNvPr>
          <p:cNvSpPr txBox="1"/>
          <p:nvPr/>
        </p:nvSpPr>
        <p:spPr>
          <a:xfrm>
            <a:off x="704849" y="3160901"/>
            <a:ext cx="9496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Testing identified issues like inaccurate sensor calibration and slow data sync.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FB2D16-598D-3876-B29B-0BE79C41DFC5}"/>
              </a:ext>
            </a:extLst>
          </p:cNvPr>
          <p:cNvSpPr txBox="1"/>
          <p:nvPr/>
        </p:nvSpPr>
        <p:spPr>
          <a:xfrm>
            <a:off x="447675" y="364304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5. Deployment Phase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3C28F9-0007-72BE-2FC9-01E5E5B485E4}"/>
              </a:ext>
            </a:extLst>
          </p:cNvPr>
          <p:cNvSpPr txBox="1"/>
          <p:nvPr/>
        </p:nvSpPr>
        <p:spPr>
          <a:xfrm>
            <a:off x="704849" y="4043154"/>
            <a:ext cx="10602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final system was installed in three test farms. Farmers were given a simple user manual and basic training. The mobile app was published privately to their devices.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C06E58-52BA-6FE3-9622-6155B7F512F1}"/>
              </a:ext>
            </a:extLst>
          </p:cNvPr>
          <p:cNvSpPr txBox="1"/>
          <p:nvPr/>
        </p:nvSpPr>
        <p:spPr>
          <a:xfrm>
            <a:off x="457200" y="490492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6. Maintenance Phase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495701-BA01-10B8-4125-331E12E163BF}"/>
              </a:ext>
            </a:extLst>
          </p:cNvPr>
          <p:cNvSpPr txBox="1"/>
          <p:nvPr/>
        </p:nvSpPr>
        <p:spPr>
          <a:xfrm>
            <a:off x="704849" y="53050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After deployment, the team monitored: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19DB28EF-CCD1-BF08-105F-290302FB7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305039"/>
            <a:ext cx="369832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Sensor replacement needs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App updates based on user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Improving battery efficiency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947AC3-58C2-C571-E26C-CBD6E9013B41}"/>
              </a:ext>
            </a:extLst>
          </p:cNvPr>
          <p:cNvSpPr txBox="1"/>
          <p:nvPr/>
        </p:nvSpPr>
        <p:spPr>
          <a:xfrm>
            <a:off x="704848" y="6183184"/>
            <a:ext cx="8324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major update included adding rainfall prediction using weather APIs.</a:t>
            </a:r>
          </a:p>
        </p:txBody>
      </p:sp>
    </p:spTree>
    <p:extLst>
      <p:ext uri="{BB962C8B-B14F-4D97-AF65-F5344CB8AC3E}">
        <p14:creationId xmlns:p14="http://schemas.microsoft.com/office/powerpoint/2010/main" val="4103670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364</Words>
  <Application>Microsoft Office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</dc:creator>
  <cp:lastModifiedBy>Amit Kumar</cp:lastModifiedBy>
  <cp:revision>1</cp:revision>
  <dcterms:created xsi:type="dcterms:W3CDTF">2025-12-12T07:35:00Z</dcterms:created>
  <dcterms:modified xsi:type="dcterms:W3CDTF">2025-12-12T08:34:33Z</dcterms:modified>
</cp:coreProperties>
</file>